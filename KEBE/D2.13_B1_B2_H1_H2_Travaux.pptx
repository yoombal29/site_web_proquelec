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B1-B2 / H1-H2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Travaux hors tension (Exécutant &amp; Chargé)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TC2 : Approfondissement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Analyse de risque électrique sur site.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Vérification et choix des EPI/EPC.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Gestion des documents et transmission des consignes.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D.2.13 Travaux Hors Tension (B1, B2, H1, H2)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des travaux hors tension.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Rôle de l'Exécutant (B1/H1) sous ordre.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Rôle du Chargé de travaux (B2/H2) : Organisation.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Organisation du chantier et suppression du voisinage.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Habilitation V (B1V, B2V) : Travail au voisinage.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20 questions minimum.</a:t>
            </a:r>
          </a:p>
          <a:p>
            <a:pPr lvl="1"/>
            <a:r>
              <a:t>Seuil de réussite : 85%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Organisation de chantier</a:t>
            </a:r>
          </a:p>
          <a:p>
            <a:pPr lvl="1"/>
            <a:r>
              <a:t>Surveillance et Zone de travail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