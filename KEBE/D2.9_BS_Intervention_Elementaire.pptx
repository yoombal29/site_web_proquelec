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Interventions BT élémentaires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D.2.9 Module BS : Cadre d'Intervention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Limites de l'habilitation BS (max 400V, 32A).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Échange d'informations avec le chargé d'exploitation.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Matériels de mesure et de protection (VAT).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BS : Mise en sécurité et Opérations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Procédure de mise en sécurité (Séparation, Condamnation, VAT).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Remplacement de fusibles et lampes.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Raccordement d'un circuit terminal (Prises, Luminaires).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Réarmement de dispositifs de protection.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20 questions minimum.</a:t>
            </a:r>
          </a:p>
          <a:p>
            <a:pPr lvl="1"/>
            <a:r>
              <a:t>Seuil de réussite : 80%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Mise en sécurité (VAT)</a:t>
            </a:r>
          </a:p>
          <a:p>
            <a:pPr lvl="1"/>
            <a:r>
              <a:t>Remplacement fusible/lampe</a:t>
            </a:r>
          </a:p>
          <a:p>
            <a:pPr lvl="1"/>
            <a:r>
              <a:t>Raccordement circuit terminal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