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Pose d'équipement photovoltaïque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Module BP : Spécificités Photovoltaïques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Risques spécifiques au courant continu (DC).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Moyens de protection contre les chocs électriques.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Règles de pose des modules et raccordements.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Protection des connecteurs et gestion des câbles sous 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10 questions minimum.</a:t>
            </a:r>
          </a:p>
          <a:p>
            <a:pPr lvl="1"/>
            <a:r>
              <a:t>Seuil de réussite : 75%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Pose de modules DC en sécurité</a:t>
            </a:r>
          </a:p>
          <a:p>
            <a:pPr lvl="1"/>
            <a:r>
              <a:t>Raccordement connecteurs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