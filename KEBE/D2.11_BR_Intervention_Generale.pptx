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Module BR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B8860B"/>
                </a:solidFill>
              </a:defRPr>
            </a:pPr>
            <a:r>
              <a:t>Interventions BT générales</a:t>
            </a:r>
          </a:p>
          <a:p>
            <a:r>
              <a:t>Conforme Norme NF C 18-510 (Annexe D)</a:t>
            </a:r>
          </a:p>
          <a:p>
            <a:r>
              <a:t>Expertise PROQUELEC - Sénégal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TC1 : Grandeurs et Dangers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Grandeurs électriques (Tension, Courant, Résistance).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Dangers de l’électricité : Électrisation, Électrocution, Brûlures.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Statistiques et mécanismes du risque.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TC1 : Environnement et Zones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Domaines de tension (TBT, BT, HT).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Zones d'environnement et leurs limites (DLV, DMA).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Zones en champ libre et locaux réservés.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TC1 : Principes de Prévention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Définition et buts de l’habilitation.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Les symboles d’habilitation (Codes et indices).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Utilisation des EPC (Nappes, Balisage, Écrans).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Équipements de protection individuelle (EPI).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Conduite à tenir : Accident (Sécourisme) et Incendie.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TC2 : Approfondissement Sécurité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Analyse de risque électrique sur site.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Vérification et choix des EPI/EPC.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Gestion des documents et transmission des consignes.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D.2.11 Module BR : Chargé d'Intervention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Rôle du chargé d'exploitation.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Habilitation BR : Dépannage, mesurage, essais.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Consignation pour son propre compte (Les 5 étapes).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BR : Mode opératoire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Procédures de dépannage et de connexion/déconnexion.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Utilisation sûre des appareils de mesure.</a:t>
            </a:r>
          </a:p>
          <a:p>
            <a:pPr>
              <a:spcAft>
                <a:spcPts val="800"/>
              </a:spcAft>
              <a:defRPr sz="1800">
                <a:latin typeface="Calibri"/>
              </a:defRPr>
            </a:pPr>
            <a:r>
              <a:t>Réalisation d'essais et de mesurages sous tension (si nécessaire).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Segoe UI"/>
              </a:defRPr>
            </a:pPr>
            <a:r>
              <a:t>Évaluation et Validation (Annexe D.3)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Évaluation Théorique (QCM) : 20 questions minimum.</a:t>
            </a:r>
          </a:p>
          <a:p>
            <a:pPr lvl="1"/>
            <a:r>
              <a:t>Seuil de réussite : 85% / Zéro erreur sur les questions fondamentales.</a:t>
            </a:r>
          </a:p>
          <a:p>
            <a:pPr>
              <a:defRPr b="1"/>
            </a:pPr>
            <a:r>
              <a:t>Évaluation Pratique (Mises en situation) :</a:t>
            </a:r>
          </a:p>
          <a:p>
            <a:pPr lvl="1"/>
            <a:r>
              <a:t>Consignation personnelle</a:t>
            </a:r>
          </a:p>
          <a:p>
            <a:pPr lvl="1"/>
            <a:r>
              <a:t>Dépannage complet</a:t>
            </a:r>
          </a:p>
          <a:p>
            <a:pPr lvl="1"/>
            <a:r>
              <a:t>Essai de fonctionnement</a:t>
            </a:r>
          </a:p>
          <a:p>
            <a:pPr>
              <a:defRPr i="1">
                <a:solidFill>
                  <a:srgbClr val="C80000"/>
                </a:solidFill>
              </a:defRPr>
            </a:pPr>
            <a:r>
              <a:t>Notation A/B/C/D : Réussite si (Aucun D et max un C).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B886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