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Formation Habilitation BS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646464"/>
                </a:solidFill>
              </a:defRPr>
            </a:pPr>
            <a:r>
              <a:t>Formation à l'Habilitation Électrique - NF C 18-510</a:t>
            </a:r>
          </a:p>
          <a:p>
            <a:r>
              <a:t>Expert Formateur PROQUELEC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2060"/>
                </a:solidFill>
                <a:latin typeface="Arial"/>
              </a:defRPr>
            </a:pPr>
            <a:r>
              <a:t>Le Risque Électrique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Analyses statistiques et causes d'accidents.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Les effets du courant sur le corps (Électrisation vs Électrocution).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Notions de tension (BT / HT).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C5A0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2060"/>
                </a:solidFill>
                <a:latin typeface="Arial"/>
              </a:defRPr>
            </a:pPr>
            <a:r>
              <a:t>L'Environnement Électrique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Les zones d'application (Voisinage, Champ libre).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Distances Limites de Voisinage (DLV).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Distances Minimales d'Approche (DMA).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C5A0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2060"/>
                </a:solidFill>
                <a:latin typeface="Arial"/>
              </a:defRPr>
            </a:pPr>
            <a:r>
              <a:t>L'Habilitation Électrique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Définition : Reconnaissance de la capacité à travailler en sécurité.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Symboles d'habilitation : Qui fait quoi ?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Le Titre d'Habilitation : Validité et limites.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C5A0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2060"/>
                </a:solidFill>
                <a:latin typeface="Arial"/>
              </a:defRPr>
            </a:pPr>
            <a:r>
              <a:t>Prévention et 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Les EPI (Gants isolants, Écran facial).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Les EPC (Nappes, Balisage, Obstacles).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Consignes de sécurité pour non-électriciens.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C5A0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2060"/>
                </a:solidFill>
                <a:latin typeface="Arial"/>
              </a:defRPr>
            </a:pPr>
            <a:r>
              <a:t>Le Module 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Remplacement de fusibles, lampes et accessoires.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Raccordement d'un circuit terminal (max 400V, 32A).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Réarmement de protection.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C5A0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2060"/>
                </a:solidFill>
                <a:latin typeface="Arial"/>
              </a:defRPr>
            </a:pPr>
            <a:r>
              <a:t>Procédure de Mise en Sécurité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Séparation du circuit.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Condamnation (Cadenas et MAC).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VAT (Vérification d'Absence de Tension).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C5A0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2060"/>
                </a:solidFill>
                <a:latin typeface="Arial"/>
              </a:defRPr>
            </a:pPr>
            <a:r>
              <a:t>Documents et Avis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Le bon d'intervention.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Avis de fin d'intervention.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C5A0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