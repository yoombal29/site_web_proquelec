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Formation Habilitation B1 / B2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Formation à l'Habilitation Électrique - NF C 18-510</a:t>
            </a:r>
          </a:p>
          <a:p>
            <a:r>
              <a:t>Expert Formateur PROQUELEC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Risque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Analyses statistiques et causes d'accidents.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effets du courant sur le corps (Électrisation vs Électrocution).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Notions de tension (BT / HT).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L'Environnement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zones d'application (Voisinage, Champ libre).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Limites de Voisinage (DLV).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Minimales d'Approche (DMA).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L'Habilitation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Définition : Reconnaissance de la capacité à travailler en sécurité.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Symboles d'habilitation : Qui fait quoi 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 Titre d'Habilitation : Validité et limites.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Prévention et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EPI (Gants isolants, Écran facial).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EPC (Nappes, Balisage, Obstacles).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Consignes de sécurité pour non-électriciens.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Exécutants et Chargés de Travaux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B1 : Exécutant (Obéit au B2).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B2 : Organise et surveille le chantier.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Voisinage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Habilitation V (B1V, B2V).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Port des EPI obligatoire dès l'entrée en DLV.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Organisation du Chantier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Préparation de la zone.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Surveillance constante des intervenants.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