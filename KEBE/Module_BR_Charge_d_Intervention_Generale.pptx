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Formation Habilitation BR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6464"/>
                </a:solidFill>
              </a:defRPr>
            </a:pPr>
            <a:r>
              <a:t>Formation à l'Habilitation Électrique - NF C 18-510</a:t>
            </a:r>
          </a:p>
          <a:p>
            <a:r>
              <a:t>Expert Formateur PROQUELEC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Le Risque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Analyses statistiques et causes d'accidents.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effets du courant sur le corps (Électrisation vs Électrocution).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Notions de tension (BT / HT).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L'Environnement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zones d'application (Voisinage, Champ libre).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Limites de Voisinage (DLV).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Minimales d'Approche (DMA).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L'Habilitation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Définition : Reconnaissance de la capacité à travailler en sécurité.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Symboles d'habilitation : Qui fait quoi 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 Titre d'Habilitation : Validité et limites.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Prévention et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EPI (Gants isolants, Écran facial).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EPC (Nappes, Balisage, Obstacles).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Consignes de sécurité pour non-électriciens.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Spécificités du BR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Dépannage, maintenance et mesurage.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Périmètre d'intervention limité (BT).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Mesurages et Essais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Utilisation du multimètre et de la pince ampèremétrique.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Risques liés aux pointes de touche.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Essais de fonctionnement sous tension.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Règle d'Or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Travail hors tension prioritaire.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Mesures compensatoires si travail au voisinage.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