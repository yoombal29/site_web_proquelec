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Formation Habilitation BC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6464"/>
                </a:solidFill>
              </a:defRPr>
            </a:pPr>
            <a:r>
              <a:t>Formation à l'Habilitation Électrique - NF C 18-510</a:t>
            </a:r>
          </a:p>
          <a:p>
            <a:r>
              <a:t>Expert Formateur PROQUELEC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 Risque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Analyses statistiques et causes d'accidents.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effets du courant sur le corps (Électrisation vs Électrocution).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Notions de tension (BT / HT).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L'Environnement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zones d'application (Voisinage, Champ libre).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Limites de Voisinage (DLV).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Distances Minimales d'Approche (DMA).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L'Habilitation Électrique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Définition : Reconnaissance de la capacité à travailler en sécurité.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Symboles d'habilitation : Qui fait quoi ?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 Titre d'Habilitation : Validité et limites.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Prévention et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EPI (Gants isolants, Écran facial).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Les EPC (Nappes, Balisage, Obstacles).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Consignes de sécurité pour non-électriciens.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 Rôle du 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Responsabilité de la mise en sécurité.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Interface entre le donneur d'ordre et le chargé de travaux.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Les 5 étapes de la Consignation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1. Séparation : Coupure physique.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2. Condamnation : Interdiction de manœuvre.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3. Identification : Vérification de l'ouvrage.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4. VAT : Vérification d'Absence de Tension.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5. MALT/CC : Mise à la terre et en court-circuit.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002060"/>
                </a:solidFill>
                <a:latin typeface="Arial"/>
              </a:defRPr>
            </a:pPr>
            <a:r>
              <a:t>Documents de Consignation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Attestation de Consignation.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Fiche de manœuvre.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C5A0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