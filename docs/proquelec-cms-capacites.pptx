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PROQUELEC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Capacités CMS gratuites et workflow qualité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</a:rPr>
              <a:t>Builder, design system pq-*, sécurité, tests, données, documentation et supports.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6080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F"/>
                </a:solidFill>
              </a:rPr>
              <a:t>11/06/2026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cible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Du design system vers les pages publiées.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45920" cy="9144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 tokens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2633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76DF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0360" y="237744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0088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Classes pq-*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2633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76D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0" y="237744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Templates PROQUELEC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633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76D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60920" y="237744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Builder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98280" y="2633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76DF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37744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0928" y="2651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Pages publiques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35508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PROQUELEC - CMS, Builder et outils métiers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Capacités gratuites prioritaires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Ce qui peut être utilisé immédiatement dans le projet.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" cy="1051560"/>
          </a:xfrm>
          <a:prstGeom prst="rect">
            <a:avLst/>
          </a:prstGeom>
          <a:solidFill>
            <a:srgbClr val="2376DF"/>
          </a:solidFill>
          <a:ln w="12700">
            <a:solidFill>
              <a:srgbClr val="2376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8249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Design premium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9751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Templates Builder, rendu mobile, composants pq-*.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5448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8249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Tests Playwright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3712" y="19751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Smoke-tests admin, outils, permissions et Builder.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5448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68249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Sécurité RBAC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02752" y="19751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Contrôle des rôles, tokens, routes et accès refusés.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2608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05409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Données &amp; charts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3467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Exports, indicateurs, observatoire et Recharts.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0" y="29260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926080"/>
            <a:ext cx="73152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05409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53712" y="33467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Guide webmaster, procédures, FAQ support.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38160" y="29260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926080"/>
            <a:ext cx="73152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05409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Workflow Git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02752" y="33467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Commits propres, checklist release et traçabilité.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635508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PROQUELEC - CMS, Builder et outils métiers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de publication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Recette simple avant mise en production VPS.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347472" cy="347472"/>
          </a:xfrm>
          <a:prstGeom prst="rect">
            <a:avLst/>
          </a:prstGeom>
          <a:solidFill>
            <a:srgbClr val="2376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1490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Choisir un modèle officiel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47472" cy="347472"/>
          </a:xfrm>
          <a:prstGeom prst="rect">
            <a:avLst/>
          </a:prstGeom>
          <a:solidFill>
            <a:srgbClr val="2376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21762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Contrôler classes pq-*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47472" cy="347472"/>
          </a:xfrm>
          <a:prstGeom prst="rect">
            <a:avLst/>
          </a:prstGeom>
          <a:solidFill>
            <a:srgbClr val="2376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8620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Tester mobile et desktop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47472" cy="347472"/>
          </a:xfrm>
          <a:prstGeom prst="rect">
            <a:avLst/>
          </a:prstGeom>
          <a:solidFill>
            <a:srgbClr val="2376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35478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Vérifier permissions admin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347472" cy="347472"/>
          </a:xfrm>
          <a:prstGeom prst="rect">
            <a:avLst/>
          </a:prstGeom>
          <a:solidFill>
            <a:srgbClr val="2376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4233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Lancer audit et build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347472" cy="347472"/>
          </a:xfrm>
          <a:prstGeom prst="rect">
            <a:avLst/>
          </a:prstGeom>
          <a:solidFill>
            <a:srgbClr val="2376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4919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Déployer et contrôler la page live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PROQUELEC - CMS, Builder et outils métiers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Commandes de contrôle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Les livrables sont générés localement.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92608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1790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cms:audit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886200" y="149047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Audit design, templates, admin, sécurité et catalogue.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130552"/>
            <a:ext cx="292608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311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cms:docs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86200" y="2203704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Guide webmaster Markdown versionné.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843784"/>
            <a:ext cx="292608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443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cms:data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86200" y="291693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Synthèse des indicateurs CMS et JSON public.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557016"/>
            <a:ext cx="292608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cms:slides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86200" y="363016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Deck PowerPoint réutilisable.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270248"/>
            <a:ext cx="292608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708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test:e2e:cms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86200" y="434340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Smoke-tests Playwright ciblés.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983480"/>
            <a:ext cx="292608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8406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86200" y="505663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Validation production Vite.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PROQUELEC - CMS, Builder et outils métiers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Décision recommandée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Ce qui doit rester dans le socle PROQUELEC.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Le CMS doit d’abord capitaliser sur les briques gratuites déjà présentes : pq-*, shadcn/Radix, Recharts, Playwright, Markdown, Git et pptxgenjs. Les services externes restent optionnels.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76DF"/>
                </a:solidFill>
              </a:rPr>
              <a:t>Priorité opérationnelle : tests, sécurité RBAC, documentation webmaster et design system.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PROQUELEC - CMS, Builder et outils métiers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PROQUELEC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 PROQUELEC - Capacités gratuites et workflow</dc:title>
  <dc:subject>Capacités CMS PROQUELEC</dc:subject>
  <dc:creator>PROQUELEC</dc:creator>
  <cp:lastModifiedBy>PROQUELEC</cp:lastModifiedBy>
  <cp:revision>1</cp:revision>
  <dcterms:created xsi:type="dcterms:W3CDTF">2026-06-11T01:02:03Z</dcterms:created>
  <dcterms:modified xsi:type="dcterms:W3CDTF">2026-06-11T01:02:03Z</dcterms:modified>
</cp:coreProperties>
</file>